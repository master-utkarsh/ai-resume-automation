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AAE40-EC51-40B7-BEE9-A309CD065EBB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65386-9BEA-4027-A533-701655781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B05FC8C-5F84-40FC-9DB3-36FAAD4852D4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3B58-94F3-49B3-A594-72F91CE4F73B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83B2-5A21-40A6-8CC9-AECD50B431A2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894BB91-8EDE-443C-934F-82BCDBE84739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402FC8E-0AD3-46CC-B4A8-9E21B2D784F3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D778E-50AD-4331-9E18-57BE71B7F4DA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FDFE-A229-48E6-90CD-7598AE829545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AFCCE-38D0-4CB1-84AE-92A62C822E7F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64D0CD7-4FA3-45CB-B70F-EA07A191669C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4A09-1599-4196-9A51-AAA25C326068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691CC3B7-7831-48B7-B16A-CE5D505072FA}" type="datetime1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1"/>
                </a:solidFill>
              </a:defRPr>
            </a:lvl1pPr>
          </a:lstStyle>
          <a:p>
            <a:fld id="{76F79B87-CAF0-4157-B382-432074DEE2A5}" type="datetime1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 descr="C:\Users\vipin.tyagi\Desktop\footer-img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229600" y="228600"/>
            <a:ext cx="743185" cy="88526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304800"/>
            <a:ext cx="6477000" cy="838200"/>
          </a:xfrm>
        </p:spPr>
        <p:txBody>
          <a:bodyPr/>
          <a:lstStyle/>
          <a:p>
            <a:pPr algn="ctr"/>
            <a:r>
              <a:rPr lang="en-US" dirty="0" smtClean="0"/>
              <a:t>Project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smtClean="0"/>
              <a:t>Name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err="1" smtClean="0">
                <a:solidFill>
                  <a:schemeClr val="bg1"/>
                </a:solidFill>
              </a:rPr>
              <a:t>Jaypee</a:t>
            </a:r>
            <a:r>
              <a:rPr lang="en-US" sz="2000" dirty="0" smtClean="0">
                <a:solidFill>
                  <a:schemeClr val="bg1"/>
                </a:solidFill>
              </a:rPr>
              <a:t> University of Engineering &amp; Technology, </a:t>
            </a:r>
            <a:r>
              <a:rPr lang="en-US" sz="2000" dirty="0" err="1" smtClean="0">
                <a:solidFill>
                  <a:schemeClr val="bg1"/>
                </a:solidFill>
              </a:rPr>
              <a:t>Guna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5000" y="1371600"/>
            <a:ext cx="525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by: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Student 1 (</a:t>
            </a:r>
            <a:r>
              <a:rPr lang="en-US" dirty="0" err="1" smtClean="0">
                <a:solidFill>
                  <a:schemeClr val="bg1"/>
                </a:solidFill>
              </a:rPr>
              <a:t>Er</a:t>
            </a:r>
            <a:r>
              <a:rPr lang="en-US" dirty="0" smtClean="0">
                <a:solidFill>
                  <a:schemeClr val="bg1"/>
                </a:solidFill>
              </a:rPr>
              <a:t> No.)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Student 2 (</a:t>
            </a:r>
            <a:r>
              <a:rPr lang="en-US" dirty="0" err="1" smtClean="0">
                <a:solidFill>
                  <a:schemeClr val="bg1"/>
                </a:solidFill>
              </a:rPr>
              <a:t>Er</a:t>
            </a:r>
            <a:r>
              <a:rPr lang="en-US" dirty="0" smtClean="0">
                <a:solidFill>
                  <a:schemeClr val="bg1"/>
                </a:solidFill>
              </a:rPr>
              <a:t> no.)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Student 3 (</a:t>
            </a:r>
            <a:r>
              <a:rPr lang="en-US" dirty="0" err="1" smtClean="0">
                <a:solidFill>
                  <a:schemeClr val="bg1"/>
                </a:solidFill>
              </a:rPr>
              <a:t>Er</a:t>
            </a:r>
            <a:r>
              <a:rPr lang="en-US" dirty="0" smtClean="0">
                <a:solidFill>
                  <a:schemeClr val="bg1"/>
                </a:solidFill>
              </a:rPr>
              <a:t> no.)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0" y="2819400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Under the supervision of:</a:t>
            </a:r>
          </a:p>
          <a:p>
            <a:pPr algn="ctr"/>
            <a:endParaRPr lang="en-US" dirty="0" smtClean="0">
              <a:solidFill>
                <a:schemeClr val="bg1"/>
              </a:solidFill>
            </a:endParaRP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Guide Name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C:\Users\vipin.tyagi\Desktop\footer-im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4343400"/>
            <a:ext cx="1041400" cy="124049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990600" y="3352800"/>
            <a:ext cx="7123113" cy="1673225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chemeClr val="tx1"/>
                </a:solidFill>
              </a:rPr>
              <a:t>Thank You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C:\Users\vipin.tyagi\Desktop\footer-im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152400"/>
            <a:ext cx="1215437" cy="1447800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